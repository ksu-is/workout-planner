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62" r:id="rId2"/>
    <p:sldId id="257" r:id="rId3"/>
    <p:sldId id="261" r:id="rId4"/>
    <p:sldId id="270" r:id="rId5"/>
    <p:sldId id="271" r:id="rId6"/>
    <p:sldId id="274" r:id="rId7"/>
    <p:sldId id="27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CF1AB2-1976-4502-BF36-3FF5EA218861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06" autoAdjust="0"/>
  </p:normalViewPr>
  <p:slideViewPr>
    <p:cSldViewPr snapToGrid="0">
      <p:cViewPr>
        <p:scale>
          <a:sx n="56" d="100"/>
          <a:sy n="56" d="100"/>
        </p:scale>
        <p:origin x="940" y="85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7" d="100"/>
          <a:sy n="87" d="100"/>
        </p:scale>
        <p:origin x="309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9BCE0C-CD74-4A59-802C-6D2F8C15331A}" type="datetimeFigureOut">
              <a:rPr lang="en-US" smtClean="0"/>
              <a:t>4/21/2025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98501B-77B5-4365-9881-C6E19A3C1E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4561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4FDEA8-CBB8-46CC-9562-028963DBC55A}" type="datetimeFigureOut">
              <a:rPr lang="en-US" smtClean="0"/>
              <a:t>4/21/2025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BD8E7-1312-41F3-99C4-6DA5AF8919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084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04800" y="304800"/>
            <a:ext cx="11582400" cy="6248400"/>
          </a:xfrm>
          <a:prstGeom prst="rect">
            <a:avLst/>
          </a:prstGeom>
          <a:noFill/>
          <a:ln w="508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548245"/>
            <a:ext cx="10515600" cy="224028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854659"/>
            <a:ext cx="10515600" cy="1143000"/>
          </a:xfrm>
        </p:spPr>
        <p:txBody>
          <a:bodyPr>
            <a:normAutofit/>
          </a:bodyPr>
          <a:lstStyle>
            <a:lvl1pPr marL="0" indent="0" algn="ctr"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Pictur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4800600"/>
            <a:ext cx="12192000" cy="2057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084483"/>
            <a:ext cx="11125200" cy="914400"/>
          </a:xfrm>
        </p:spPr>
        <p:txBody>
          <a:bodyPr anchor="b">
            <a:normAutofit/>
          </a:bodyPr>
          <a:lstStyle>
            <a:lvl1pPr algn="ctr">
              <a:defRPr sz="4400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0"/>
          </p:nvPr>
        </p:nvSpPr>
        <p:spPr>
          <a:xfrm>
            <a:off x="1" y="1"/>
            <a:ext cx="4023360" cy="4745736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1"/>
          </p:nvPr>
        </p:nvSpPr>
        <p:spPr>
          <a:xfrm>
            <a:off x="4084320" y="1"/>
            <a:ext cx="4023360" cy="4745736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2"/>
          </p:nvPr>
        </p:nvSpPr>
        <p:spPr>
          <a:xfrm>
            <a:off x="8168640" y="1"/>
            <a:ext cx="4023360" cy="4745736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6043123"/>
            <a:ext cx="11125200" cy="5715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63745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4/21/2025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04800" y="304800"/>
            <a:ext cx="11582400" cy="6248400"/>
          </a:xfrm>
          <a:prstGeom prst="rect">
            <a:avLst/>
          </a:prstGeom>
          <a:noFill/>
          <a:ln w="508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483427"/>
            <a:ext cx="10515600" cy="2743200"/>
          </a:xfrm>
        </p:spPr>
        <p:txBody>
          <a:bodyPr anchor="b">
            <a:normAutofit/>
          </a:bodyPr>
          <a:lstStyle>
            <a:lvl1pPr algn="ctr">
              <a:defRPr sz="4400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835025" y="5257800"/>
            <a:ext cx="10515600" cy="9144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cap="all" spc="50" baseline="0">
                <a:solidFill>
                  <a:schemeClr val="bg1"/>
                </a:solidFill>
              </a:defRPr>
            </a:lvl1pPr>
            <a:lvl2pPr marL="365760" indent="0" algn="ctr">
              <a:buNone/>
              <a:defRPr sz="2000" cap="all" spc="50" baseline="0">
                <a:solidFill>
                  <a:schemeClr val="bg1"/>
                </a:solidFill>
              </a:defRPr>
            </a:lvl2pPr>
            <a:lvl3pPr algn="ctr">
              <a:defRPr sz="2000" cap="all" spc="50" baseline="0">
                <a:solidFill>
                  <a:schemeClr val="bg1"/>
                </a:solidFill>
              </a:defRPr>
            </a:lvl3pPr>
            <a:lvl4pPr algn="ctr">
              <a:defRPr sz="2000" cap="all" spc="50" baseline="0">
                <a:solidFill>
                  <a:schemeClr val="bg1"/>
                </a:solidFill>
              </a:defRPr>
            </a:lvl4pPr>
            <a:lvl5pPr algn="ctr">
              <a:defRPr sz="2000" cap="all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714500"/>
            <a:ext cx="4495800" cy="446227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714500"/>
            <a:ext cx="4495800" cy="446227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4/21/2025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7048" y="1733162"/>
            <a:ext cx="4498848" cy="6858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048" y="2481943"/>
            <a:ext cx="4498848" cy="369025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733162"/>
            <a:ext cx="4498848" cy="6858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481943"/>
            <a:ext cx="4498848" cy="369025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4/21/2025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4/21/2025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51812" y="1672934"/>
            <a:ext cx="3506788" cy="2880360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352" y="457200"/>
            <a:ext cx="7242111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51812" y="4590288"/>
            <a:ext cx="3514564" cy="1581912"/>
          </a:xfrm>
        </p:spPr>
        <p:txBody>
          <a:bodyPr/>
          <a:lstStyle>
            <a:lvl1pPr marL="0" indent="0">
              <a:spcBef>
                <a:spcPts val="8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4/21/2025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8153400" y="0"/>
            <a:ext cx="403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2813" y="1683327"/>
            <a:ext cx="3125787" cy="2877260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0" y="0"/>
            <a:ext cx="8101584" cy="6857999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32813" y="4591761"/>
            <a:ext cx="3125787" cy="1580440"/>
          </a:xfrm>
        </p:spPr>
        <p:txBody>
          <a:bodyPr/>
          <a:lstStyle>
            <a:lvl1pPr marL="0" indent="0">
              <a:spcBef>
                <a:spcPts val="8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4/21/2025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57200"/>
            <a:ext cx="1943100" cy="5719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457200"/>
            <a:ext cx="7048500" cy="5719762"/>
          </a:xfrm>
        </p:spPr>
        <p:txBody>
          <a:bodyPr vert="eaVert"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4/21/2025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714500"/>
            <a:ext cx="9144000" cy="4457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3999" y="6601556"/>
            <a:ext cx="6491381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87908" y="6601556"/>
            <a:ext cx="1534064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4/21/2025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94499" y="6601556"/>
            <a:ext cx="773502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9164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4884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su-is/Workout-Planner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mhodge50@students.Kennesaw.edu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WORKOUT PLANNER</a:t>
            </a:r>
          </a:p>
        </p:txBody>
      </p:sp>
      <p:pic>
        <p:nvPicPr>
          <p:cNvPr id="7" name="Picture Placeholder 6" descr="Two people lifting weights"/>
          <p:cNvPicPr>
            <a:picLocks noGrp="1" noChangeAspect="1"/>
          </p:cNvPicPr>
          <p:nvPr>
            <p:ph type="pic" idx="10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pic>
        <p:nvPicPr>
          <p:cNvPr id="8" name="Picture Placeholder 7" descr="Closeup of Granny Smith apple and tape measure"/>
          <p:cNvPicPr>
            <a:picLocks noGrp="1" noChangeAspect="1"/>
          </p:cNvPicPr>
          <p:nvPr>
            <p:ph type="pic" idx="1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 b="19"/>
          <a:stretch/>
        </p:blipFill>
        <p:spPr/>
      </p:pic>
      <p:pic>
        <p:nvPicPr>
          <p:cNvPr id="9" name="Picture Placeholder 8" descr="Man and woman running on indoor track"/>
          <p:cNvPicPr>
            <a:picLocks noGrp="1" noChangeAspect="1"/>
          </p:cNvPicPr>
          <p:nvPr>
            <p:ph type="pic" idx="12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" b="39"/>
          <a:stretch/>
        </p:blipFill>
        <p:spPr/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Mikale hodges &amp; </a:t>
            </a:r>
            <a:r>
              <a:rPr lang="en-US" dirty="0" err="1"/>
              <a:t>ansh</a:t>
            </a:r>
            <a:r>
              <a:rPr lang="en-US" dirty="0"/>
              <a:t> </a:t>
            </a:r>
            <a:r>
              <a:rPr lang="en-US" dirty="0" err="1"/>
              <a:t>patel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687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THE PLANNER DOES?</a:t>
            </a:r>
          </a:p>
          <a:p>
            <a:r>
              <a:rPr lang="en-US" dirty="0"/>
              <a:t>REASON TO USE PLANNER.</a:t>
            </a:r>
          </a:p>
          <a:p>
            <a:r>
              <a:rPr lang="en-US" dirty="0"/>
              <a:t>HOW TO GET A WORKOUT PLAN? (WALKTHROUGH)</a:t>
            </a:r>
          </a:p>
          <a:p>
            <a:r>
              <a:rPr lang="en-US" dirty="0"/>
              <a:t>LINK FOR PLANNER</a:t>
            </a:r>
          </a:p>
          <a:p>
            <a:r>
              <a:rPr lang="en-US" dirty="0"/>
              <a:t>GROUP MEMBERS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970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the Planner does?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714500"/>
            <a:ext cx="4336473" cy="3855027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planner simplifies different workouts into a schedule of workouts depending on the specific muscle you would like to workout. This planner simplifies the different movements for each workout to guarantee a good workout every session.</a:t>
            </a:r>
          </a:p>
        </p:txBody>
      </p:sp>
      <p:pic>
        <p:nvPicPr>
          <p:cNvPr id="8" name="Content Placeholder 7" descr="Man working out with ropes">
            <a:extLst>
              <a:ext uri="{FF2B5EF4-FFF2-40B4-BE49-F238E27FC236}">
                <a16:creationId xmlns:a16="http://schemas.microsoft.com/office/drawing/2014/main" id="{A5FD9E6B-BFCA-69C0-8F57-BD01D71CD6E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2216728"/>
            <a:ext cx="5526485" cy="2914464"/>
          </a:xfrm>
        </p:spPr>
      </p:pic>
    </p:spTree>
    <p:extLst>
      <p:ext uri="{BB962C8B-B14F-4D97-AF65-F5344CB8AC3E}">
        <p14:creationId xmlns:p14="http://schemas.microsoft.com/office/powerpoint/2010/main" val="4260464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REASON To use planner.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9DD4E5-F324-B043-A4FF-6B697AE06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Quickly access workouts anytime/anywhere</a:t>
            </a:r>
          </a:p>
          <a:p>
            <a:r>
              <a:rPr lang="en-US" dirty="0"/>
              <a:t>Gives a variety of workout choices.</a:t>
            </a:r>
          </a:p>
          <a:p>
            <a:r>
              <a:rPr lang="en-US" dirty="0"/>
              <a:t>EASY TO USE!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6AD6A6-3115-C3F5-A288-E93A28406C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882" y="2448791"/>
            <a:ext cx="5756564" cy="383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594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get a workout plan? (</a:t>
            </a:r>
            <a:r>
              <a:rPr lang="en-US" dirty="0" err="1"/>
              <a:t>WALKthrough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ENTER the type of workout you are working on for the week.</a:t>
            </a:r>
          </a:p>
          <a:p>
            <a:pPr marL="4572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Enter # of days you are working out for</a:t>
            </a:r>
          </a:p>
          <a:p>
            <a:pPr marL="4572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Review the muscle movements for the specific workout you chose.</a:t>
            </a:r>
          </a:p>
          <a:p>
            <a:pPr marL="4572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HAVE A GOOD WORKOUT!</a:t>
            </a:r>
          </a:p>
          <a:p>
            <a:pPr marL="45720" indent="0">
              <a:buNone/>
            </a:pPr>
            <a:endParaRPr lang="en-US" dirty="0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F42E779-D11D-743A-42D6-CF18DBDEDD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6059" y="4417291"/>
            <a:ext cx="2975263" cy="1983509"/>
          </a:xfrm>
          <a:prstGeom prst="rect">
            <a:avLst/>
          </a:prstGeom>
        </p:spPr>
      </p:pic>
      <p:pic>
        <p:nvPicPr>
          <p:cNvPr id="10" name="Content Placeholder 9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AF0A1C91-29B8-C306-C3B8-3BF809DAB1E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2246240"/>
            <a:ext cx="3090324" cy="2060216"/>
          </a:xfrm>
        </p:spPr>
      </p:pic>
      <p:pic>
        <p:nvPicPr>
          <p:cNvPr id="12" name="Picture 1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F409C3D-DB98-68A7-3D57-C4846B3387D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3691" y="2246240"/>
            <a:ext cx="3090324" cy="206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416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for planner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74371" y="2011680"/>
            <a:ext cx="7223760" cy="114300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https://github.com/ksu-is/Workout-Planner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80C5D2-903E-EA0A-3D54-08AE12BEFB24}"/>
              </a:ext>
            </a:extLst>
          </p:cNvPr>
          <p:cNvSpPr txBox="1"/>
          <p:nvPr/>
        </p:nvSpPr>
        <p:spPr>
          <a:xfrm>
            <a:off x="4023361" y="4183381"/>
            <a:ext cx="44691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IT A TRY!!</a:t>
            </a:r>
          </a:p>
        </p:txBody>
      </p:sp>
    </p:spTree>
    <p:extLst>
      <p:ext uri="{BB962C8B-B14F-4D97-AF65-F5344CB8AC3E}">
        <p14:creationId xmlns:p14="http://schemas.microsoft.com/office/powerpoint/2010/main" val="2336938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MEMBERS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99F7E5-FBC4-E110-B6B7-C7A594AAE4A6}"/>
              </a:ext>
            </a:extLst>
          </p:cNvPr>
          <p:cNvSpPr txBox="1"/>
          <p:nvPr/>
        </p:nvSpPr>
        <p:spPr>
          <a:xfrm>
            <a:off x="1440180" y="2320290"/>
            <a:ext cx="77381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Mikale Hodges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mhodge50@students.Kennesaw.edu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Ansh Patel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apate304@students.Kennesaw.edu</a:t>
            </a:r>
          </a:p>
        </p:txBody>
      </p:sp>
    </p:spTree>
    <p:extLst>
      <p:ext uri="{BB962C8B-B14F-4D97-AF65-F5344CB8AC3E}">
        <p14:creationId xmlns:p14="http://schemas.microsoft.com/office/powerpoint/2010/main" val="1684785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Health Fitness 16x9">
  <a:themeElements>
    <a:clrScheme name="HealthFitness">
      <a:dk1>
        <a:srgbClr val="595959"/>
      </a:dk1>
      <a:lt1>
        <a:sysClr val="window" lastClr="FFFFFF"/>
      </a:lt1>
      <a:dk2>
        <a:srgbClr val="000000"/>
      </a:dk2>
      <a:lt2>
        <a:srgbClr val="DDDDDD"/>
      </a:lt2>
      <a:accent1>
        <a:srgbClr val="87A91B"/>
      </a:accent1>
      <a:accent2>
        <a:srgbClr val="FBCE11"/>
      </a:accent2>
      <a:accent3>
        <a:srgbClr val="446ED8"/>
      </a:accent3>
      <a:accent4>
        <a:srgbClr val="9D22E2"/>
      </a:accent4>
      <a:accent5>
        <a:srgbClr val="FE9E00"/>
      </a:accent5>
      <a:accent6>
        <a:srgbClr val="DF5327"/>
      </a:accent6>
      <a:hlink>
        <a:srgbClr val="446ED8"/>
      </a:hlink>
      <a:folHlink>
        <a:srgbClr val="828282"/>
      </a:folHlink>
    </a:clrScheme>
    <a:fontScheme name="Calibri Light">
      <a:majorFont>
        <a:latin typeface="Calibri Light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lth and fitness presentation (widescreen).potx" id="{ABFD658B-2256-413B-9244-0F977A0B2D12}" vid="{E4CB021D-C859-4C82-BDBB-2F2FACCF0D80}"/>
    </a:ext>
  </a:extLst>
</a:theme>
</file>

<file path=ppt/theme/theme2.xml><?xml version="1.0" encoding="utf-8"?>
<a:theme xmlns:a="http://schemas.openxmlformats.org/drawingml/2006/main" name="Office Theme">
  <a:themeElements>
    <a:clrScheme name="HealthFitness">
      <a:dk1>
        <a:srgbClr val="595959"/>
      </a:dk1>
      <a:lt1>
        <a:sysClr val="window" lastClr="FFFFFF"/>
      </a:lt1>
      <a:dk2>
        <a:srgbClr val="000000"/>
      </a:dk2>
      <a:lt2>
        <a:srgbClr val="DDDDDD"/>
      </a:lt2>
      <a:accent1>
        <a:srgbClr val="87A91B"/>
      </a:accent1>
      <a:accent2>
        <a:srgbClr val="FBCE11"/>
      </a:accent2>
      <a:accent3>
        <a:srgbClr val="446ED8"/>
      </a:accent3>
      <a:accent4>
        <a:srgbClr val="9D22E2"/>
      </a:accent4>
      <a:accent5>
        <a:srgbClr val="FE9E00"/>
      </a:accent5>
      <a:accent6>
        <a:srgbClr val="DF5327"/>
      </a:accent6>
      <a:hlink>
        <a:srgbClr val="446ED8"/>
      </a:hlink>
      <a:folHlink>
        <a:srgbClr val="828282"/>
      </a:folHlink>
    </a:clrScheme>
    <a:fontScheme name="Calibri Light">
      <a:majorFont>
        <a:latin typeface="Calibri Light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HealthFitness">
      <a:dk1>
        <a:srgbClr val="595959"/>
      </a:dk1>
      <a:lt1>
        <a:sysClr val="window" lastClr="FFFFFF"/>
      </a:lt1>
      <a:dk2>
        <a:srgbClr val="000000"/>
      </a:dk2>
      <a:lt2>
        <a:srgbClr val="DDDDDD"/>
      </a:lt2>
      <a:accent1>
        <a:srgbClr val="87A91B"/>
      </a:accent1>
      <a:accent2>
        <a:srgbClr val="FBCE11"/>
      </a:accent2>
      <a:accent3>
        <a:srgbClr val="446ED8"/>
      </a:accent3>
      <a:accent4>
        <a:srgbClr val="9D22E2"/>
      </a:accent4>
      <a:accent5>
        <a:srgbClr val="FE9E00"/>
      </a:accent5>
      <a:accent6>
        <a:srgbClr val="DF5327"/>
      </a:accent6>
      <a:hlink>
        <a:srgbClr val="446ED8"/>
      </a:hlink>
      <a:folHlink>
        <a:srgbClr val="828282"/>
      </a:folHlink>
    </a:clrScheme>
    <a:fontScheme name="Calibri Light">
      <a:majorFont>
        <a:latin typeface="Calibri Light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Health and fitness presentation (widescreen)</Template>
  <TotalTime>104</TotalTime>
  <Words>199</Words>
  <Application>Microsoft Office PowerPoint</Application>
  <PresentationFormat>Widescreen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Health Fitness 16x9</vt:lpstr>
      <vt:lpstr>WORKOUT PLANNER</vt:lpstr>
      <vt:lpstr>Table of contents</vt:lpstr>
      <vt:lpstr>What the Planner does?</vt:lpstr>
      <vt:lpstr>REASON To use planner.</vt:lpstr>
      <vt:lpstr>How to get a workout plan? (WALKthrough)</vt:lpstr>
      <vt:lpstr>Link for planner</vt:lpstr>
      <vt:lpstr>GROUP MEMBERS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Mikale Hodges</dc:creator>
  <cp:lastModifiedBy>Mikale Hodges</cp:lastModifiedBy>
  <cp:revision>1</cp:revision>
  <dcterms:created xsi:type="dcterms:W3CDTF">2025-04-21T21:20:50Z</dcterms:created>
  <dcterms:modified xsi:type="dcterms:W3CDTF">2025-04-21T23:05:31Z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